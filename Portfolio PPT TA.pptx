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9" r:id="rId9"/>
    <p:sldId id="270" r:id="rId10"/>
    <p:sldId id="271" r:id="rId11"/>
    <p:sldId id="266" r:id="rId12"/>
    <p:sldId id="272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BDDC861-1909-43C8-B050-22B4217F67BB}">
          <p14:sldIdLst>
            <p14:sldId id="257"/>
            <p14:sldId id="259"/>
            <p14:sldId id="258"/>
            <p14:sldId id="260"/>
            <p14:sldId id="261"/>
            <p14:sldId id="262"/>
            <p14:sldId id="263"/>
            <p14:sldId id="269"/>
            <p14:sldId id="270"/>
            <p14:sldId id="271"/>
          </p14:sldIdLst>
        </p14:section>
        <p14:section name="Untitled Section" id="{FEAB6D7B-2859-4D56-9493-5CBDBE5FC61D}">
          <p14:sldIdLst>
            <p14:sldId id="266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91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05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104870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104870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0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0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4860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Notes Placeholder 1048625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1048592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593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94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1048595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1048691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1048692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93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1048694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1048696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97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98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99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1048700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1048607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08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1048609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702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1048703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7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7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7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8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8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8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8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8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8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86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1048587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588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89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1048590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1048596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597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8598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99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00" name="object 7"/>
          <p:cNvSpPr txBox="1">
            <a:spLocks noGrp="1"/>
          </p:cNvSpPr>
          <p:nvPr>
            <p:ph type="ctrTitle"/>
          </p:nvPr>
        </p:nvSpPr>
        <p:spPr>
          <a:xfrm>
            <a:off x="676275" y="120446"/>
            <a:ext cx="7629525" cy="106311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sz="3600" b="1" dirty="0">
                <a:solidFill>
                  <a:srgbClr val="0F0F0F"/>
                </a:solidFill>
                <a:effectLst/>
                <a:latin typeface="+mj-lt"/>
                <a:cs typeface="Times New Roman" panose="02020603050405020304" pitchFamily="18" charset="0"/>
              </a:rPr>
              <a:t>Digital</a:t>
            </a:r>
            <a:r>
              <a:rPr lang="en-US" b="1" i="0" dirty="0">
                <a:solidFill>
                  <a:srgbClr val="0F0F0F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F0F0F"/>
                </a:solidFill>
                <a:effectLst/>
                <a:latin typeface="+mj-lt"/>
                <a:cs typeface="Times New Roman" panose="02020603050405020304" pitchFamily="18" charset="0"/>
              </a:rPr>
              <a:t>Portfolio</a:t>
            </a:r>
            <a:r>
              <a:rPr lang="en-US" b="1" i="0" dirty="0">
                <a:solidFill>
                  <a:srgbClr val="0F0F0F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br>
              <a:rPr lang="en-US" b="1" i="0" dirty="0">
                <a:solidFill>
                  <a:srgbClr val="0F0F0F"/>
                </a:solidFill>
                <a:effectLst/>
                <a:latin typeface="+mj-lt"/>
              </a:rPr>
            </a:br>
            <a:endParaRPr spc="15" dirty="0">
              <a:latin typeface="+mj-lt"/>
            </a:endParaRPr>
          </a:p>
        </p:txBody>
      </p:sp>
      <p:pic>
        <p:nvPicPr>
          <p:cNvPr id="2097152" name="object 9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4860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1</a:t>
            </a:fld>
            <a:endParaRPr spc="10" dirty="0"/>
          </a:p>
        </p:txBody>
      </p:sp>
      <p:sp>
        <p:nvSpPr>
          <p:cNvPr id="1048602" name="TextBox 13"/>
          <p:cNvSpPr txBox="1"/>
          <p:nvPr/>
        </p:nvSpPr>
        <p:spPr>
          <a:xfrm>
            <a:off x="876299" y="3183404"/>
            <a:ext cx="8610600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Tabsheer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Ahmed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No and NMID: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31924U09026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: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/ University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Mazharul Uloom College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86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8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8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1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1048628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29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30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31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32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33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34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35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36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8637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38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39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40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97155" name="object 17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sp>
        <p:nvSpPr>
          <p:cNvPr id="1048641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pc="25" dirty="0"/>
              <a:t>A</a:t>
            </a:r>
            <a:r>
              <a:rPr spc="-5" dirty="0"/>
              <a:t>G</a:t>
            </a:r>
            <a:r>
              <a:rPr spc="-35" dirty="0"/>
              <a:t>E</a:t>
            </a:r>
            <a:r>
              <a:rPr spc="15" dirty="0"/>
              <a:t>N</a:t>
            </a:r>
            <a:r>
              <a:rPr dirty="0"/>
              <a:t>DA</a:t>
            </a:r>
          </a:p>
        </p:txBody>
      </p:sp>
      <p:sp>
        <p:nvSpPr>
          <p:cNvPr id="104864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  <p:sp>
        <p:nvSpPr>
          <p:cNvPr id="1048643" name="TextBox 22"/>
          <p:cNvSpPr txBox="1"/>
          <p:nvPr/>
        </p:nvSpPr>
        <p:spPr>
          <a:xfrm>
            <a:off x="1169162" y="1344125"/>
            <a:ext cx="5029200" cy="4701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28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object 2"/>
          <p:cNvSpPr/>
          <p:nvPr/>
        </p:nvSpPr>
        <p:spPr>
          <a:xfrm>
            <a:off x="-909638" y="-3003992"/>
            <a:ext cx="12192000" cy="6823517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r>
              <a:rPr lang="en-US" alt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PERSONAL DIGITAL PORTFOLIO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1048611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12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13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14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15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16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17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18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19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8620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21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22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23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24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4756151" cy="84766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5400" spc="5" dirty="0">
                <a:latin typeface="+mj-lt"/>
                <a:cs typeface="Times New Roman" panose="02020603050405020304" pitchFamily="18" charset="0"/>
              </a:rPr>
              <a:t>PROJECT</a:t>
            </a:r>
            <a:r>
              <a:rPr lang="en-IN" sz="5400" spc="-85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N" sz="5400" spc="25" dirty="0">
                <a:latin typeface="+mj-lt"/>
                <a:cs typeface="Times New Roman" panose="02020603050405020304" pitchFamily="18" charset="0"/>
              </a:rPr>
              <a:t>TITLE</a:t>
            </a:r>
            <a:endParaRPr lang="en-IN" sz="5400" dirty="0">
              <a:latin typeface="+mj-lt"/>
              <a:cs typeface="Times New Roman" panose="02020603050405020304" pitchFamily="18" charset="0"/>
            </a:endParaRPr>
          </a:p>
        </p:txBody>
      </p:sp>
      <p:grpSp>
        <p:nvGrpSpPr>
          <p:cNvPr id="27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2097153" name="object 19"/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97154" name="object 20"/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  <p:sp>
        <p:nvSpPr>
          <p:cNvPr id="1048625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97159" name="object 8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48648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sp>
        <p:nvSpPr>
          <p:cNvPr id="1048650" name="TextBox 1048649"/>
          <p:cNvSpPr txBox="1"/>
          <p:nvPr/>
        </p:nvSpPr>
        <p:spPr>
          <a:xfrm>
            <a:off x="4096000" y="3219450"/>
            <a:ext cx="4000000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GB" sz="2800">
              <a:solidFill>
                <a:srgbClr val="000000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430698-A458-937E-A42B-600B0A2F2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439A1B-0DC9-7243-E317-7A64DD532A7B}"/>
              </a:ext>
            </a:extLst>
          </p:cNvPr>
          <p:cNvSpPr txBox="1"/>
          <p:nvPr/>
        </p:nvSpPr>
        <p:spPr>
          <a:xfrm>
            <a:off x="838200" y="2081716"/>
            <a:ext cx="77724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students lack a structured platform to showcase academic and personal achievements. Traditional resumes are static and fail to demonstrate technical projects inter actively. Need for a modern, responsive, and interactive portfolio website.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Blue line art of a problem solving&#10;&#10;AI-generated content may be incorrect.">
            <a:extLst>
              <a:ext uri="{FF2B5EF4-FFF2-40B4-BE49-F238E27FC236}">
                <a16:creationId xmlns:a16="http://schemas.microsoft.com/office/drawing/2014/main" id="{3B3CD7A5-4171-24BF-082C-E59A8E453E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237" y="74468"/>
            <a:ext cx="2362200" cy="27717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54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lang="en-IN" sz="4250" dirty="0"/>
              <a:t> </a:t>
            </a:r>
            <a:endParaRPr sz="4250" dirty="0"/>
          </a:p>
        </p:txBody>
      </p:sp>
      <p:pic>
        <p:nvPicPr>
          <p:cNvPr id="2097161" name="object 8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48655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491E60-7EA5-ECC0-6FA4-F832D8A146B2}"/>
              </a:ext>
            </a:extLst>
          </p:cNvPr>
          <p:cNvSpPr txBox="1"/>
          <p:nvPr/>
        </p:nvSpPr>
        <p:spPr>
          <a:xfrm>
            <a:off x="504825" y="2591932"/>
            <a:ext cx="8153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personal digital portfolio using HTML, CSS, and Java Script. Sections included: Home, About, Skills, Projects, Experience, Achievements, Contact. Provides professional identity and project showcase in one place.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8B6734F7-5F8D-E09A-0EEA-81C7FF00DD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314" y="484028"/>
            <a:ext cx="4514850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58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59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60" name="object 5"/>
          <p:cNvSpPr txBox="1">
            <a:spLocks noGrp="1"/>
          </p:cNvSpPr>
          <p:nvPr>
            <p:ph type="title"/>
          </p:nvPr>
        </p:nvSpPr>
        <p:spPr>
          <a:xfrm>
            <a:off x="762000" y="891793"/>
            <a:ext cx="501459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250" dirty="0"/>
              <a:t>End Users</a:t>
            </a:r>
            <a:endParaRPr sz="4250" dirty="0"/>
          </a:p>
        </p:txBody>
      </p:sp>
      <p:pic>
        <p:nvPicPr>
          <p:cNvPr id="2097162" name="object 6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1EF3D1-023B-A707-852B-139079C2E639}"/>
              </a:ext>
            </a:extLst>
          </p:cNvPr>
          <p:cNvSpPr txBox="1"/>
          <p:nvPr/>
        </p:nvSpPr>
        <p:spPr>
          <a:xfrm>
            <a:off x="689264" y="2521059"/>
            <a:ext cx="8305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academic and project work professionally. Recruiters: Quick overview of skills, projects, and qualifications. Peers &amp; Faculty: Evaluate contributions and presentations of work.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61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6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6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66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600" dirty="0"/>
              <a:t>Tools and Techniques </a:t>
            </a:r>
            <a:endParaRPr sz="3600" dirty="0"/>
          </a:p>
        </p:txBody>
      </p:sp>
      <p:pic>
        <p:nvPicPr>
          <p:cNvPr id="2097164" name="object 7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48667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829F80-27DB-C3B5-DADB-F6EB7C5D2B07}"/>
              </a:ext>
            </a:extLst>
          </p:cNvPr>
          <p:cNvSpPr txBox="1"/>
          <p:nvPr/>
        </p:nvSpPr>
        <p:spPr>
          <a:xfrm>
            <a:off x="2952750" y="2484894"/>
            <a:ext cx="6858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Frontend: HTML , CSS , JavaScript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Design: Responsive UI with Flexbox and Grid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Features: Smooth scrolling, navigation highlighting, filtering system for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Version Control : GitHub is for  hosting option</a:t>
            </a:r>
          </a:p>
        </p:txBody>
      </p:sp>
      <p:pic>
        <p:nvPicPr>
          <p:cNvPr id="4" name="Picture 3" descr="A logo of a tool bag&#10;&#10;AI-generated content may be incorrect.">
            <a:extLst>
              <a:ext uri="{FF2B5EF4-FFF2-40B4-BE49-F238E27FC236}">
                <a16:creationId xmlns:a16="http://schemas.microsoft.com/office/drawing/2014/main" id="{3DF6C2D8-47D6-DE88-DFCC-6A67B3A29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339436"/>
            <a:ext cx="1647825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BF687-1077-C321-2CEC-090CDF9F0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Portfolio Design and Layout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591370-6682-40B1-69D7-11B2FC4A6093}"/>
              </a:ext>
            </a:extLst>
          </p:cNvPr>
          <p:cNvSpPr txBox="1"/>
          <p:nvPr/>
        </p:nvSpPr>
        <p:spPr>
          <a:xfrm>
            <a:off x="1219200" y="2252426"/>
            <a:ext cx="86172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Clean and modern design with professional </a:t>
            </a:r>
            <a:r>
              <a:rPr lang="en-IN" sz="2800" dirty="0" err="1"/>
              <a:t>color</a:t>
            </a:r>
            <a:r>
              <a:rPr lang="en-IN" sz="2800" dirty="0"/>
              <a:t>. Fixed navigation bar with smooth scroll. Hero section with profile introduction. Grid-based Projects Section with filter buttons (Skills, Personal, Research).</a:t>
            </a:r>
          </a:p>
        </p:txBody>
      </p:sp>
      <p:pic>
        <p:nvPicPr>
          <p:cNvPr id="5" name="Picture 4" descr="A black and white letterpress type&#10;&#10;AI-generated content may be incorrect.">
            <a:extLst>
              <a:ext uri="{FF2B5EF4-FFF2-40B4-BE49-F238E27FC236}">
                <a16:creationId xmlns:a16="http://schemas.microsoft.com/office/drawing/2014/main" id="{064E22E5-AE92-2E08-AF05-659B80E5E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4319850"/>
            <a:ext cx="257175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209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57FF3-FE63-9B8D-D5BD-BDDB3F9F2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</p:spPr>
        <p:txBody>
          <a:bodyPr wrap="square" lIns="0" tIns="0" rIns="0" bIns="0">
            <a:normAutofit/>
          </a:bodyPr>
          <a:lstStyle/>
          <a:p>
            <a:r>
              <a:rPr lang="en-IN" b="1" i="0">
                <a:latin typeface="Trebuchet MS"/>
                <a:ea typeface="+mj-ea"/>
                <a:cs typeface="Trebuchet MS"/>
              </a:rPr>
              <a:t>Features and Functionality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9D0701-A892-0E49-7CE4-5BB492AE0A46}"/>
              </a:ext>
            </a:extLst>
          </p:cNvPr>
          <p:cNvSpPr txBox="1"/>
          <p:nvPr/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/>
          <a:p>
            <a:pPr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+mn-ea"/>
                <a:cs typeface="+mn-cs"/>
              </a:rPr>
              <a:t>Projects Filtering: Easily filter academic, personal, or       research projects.</a:t>
            </a:r>
          </a:p>
          <a:p>
            <a:pPr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+mn-ea"/>
                <a:cs typeface="+mn-cs"/>
              </a:rPr>
              <a:t> Experience Timeline: Visual representation of internships and roles.</a:t>
            </a:r>
          </a:p>
          <a:p>
            <a:pPr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+mn-ea"/>
                <a:cs typeface="+mn-cs"/>
              </a:rPr>
              <a:t> Achievements Section: Highlighting certifications and recognitions.</a:t>
            </a:r>
          </a:p>
          <a:p>
            <a:pPr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+mn-ea"/>
                <a:cs typeface="+mn-cs"/>
              </a:rPr>
              <a:t> Contact Form Simulation: Collects inputs and shows alert message.</a:t>
            </a:r>
          </a:p>
        </p:txBody>
      </p:sp>
      <p:pic>
        <p:nvPicPr>
          <p:cNvPr id="7" name="Picture 6" descr="A close up of a sign&#10;&#10;AI-generated content may be incorrect.">
            <a:extLst>
              <a:ext uri="{FF2B5EF4-FFF2-40B4-BE49-F238E27FC236}">
                <a16:creationId xmlns:a16="http://schemas.microsoft.com/office/drawing/2014/main" id="{D5F5746E-2991-C085-E67A-360292D46E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3124200"/>
            <a:ext cx="5303520" cy="222747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54920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358C-29C7-F2F5-5F88-7D99A1546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and Screenshots</a:t>
            </a:r>
          </a:p>
        </p:txBody>
      </p:sp>
      <p:pic>
        <p:nvPicPr>
          <p:cNvPr id="11" name="Picture 10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2E2D4E05-87FE-10EF-93D9-30D6BF2552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152105"/>
            <a:ext cx="3184898" cy="5712822"/>
          </a:xfrm>
          <a:prstGeom prst="rect">
            <a:avLst/>
          </a:prstGeom>
        </p:spPr>
      </p:pic>
      <p:pic>
        <p:nvPicPr>
          <p:cNvPr id="13" name="Picture 1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85881393-90B1-D1AD-997C-B777F7CF0C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145178"/>
            <a:ext cx="3124200" cy="571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77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77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78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79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81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11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82" name="TextBox 8"/>
          <p:cNvSpPr txBox="1"/>
          <p:nvPr/>
        </p:nvSpPr>
        <p:spPr>
          <a:xfrm>
            <a:off x="2743200" y="2354703"/>
            <a:ext cx="85340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05AA10-0DCC-DA53-9DD7-B924CE5146D0}"/>
              </a:ext>
            </a:extLst>
          </p:cNvPr>
          <p:cNvSpPr txBox="1"/>
          <p:nvPr/>
        </p:nvSpPr>
        <p:spPr>
          <a:xfrm>
            <a:off x="862013" y="2677992"/>
            <a:ext cx="8001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Successfully developed a responsive personal portfolio website. Highlights academic achievements, technical skills, and projects effectively. Helps in career opportunities, networking, and professional branding. Future scope: Dark mode, blog integration, API-based project updates</a:t>
            </a:r>
          </a:p>
        </p:txBody>
      </p:sp>
      <p:pic>
        <p:nvPicPr>
          <p:cNvPr id="5" name="Picture 4" descr="A colorful brush strokes with white letters&#10;&#10;AI-generated content may be incorrect.">
            <a:extLst>
              <a:ext uri="{FF2B5EF4-FFF2-40B4-BE49-F238E27FC236}">
                <a16:creationId xmlns:a16="http://schemas.microsoft.com/office/drawing/2014/main" id="{CA72FCEE-849C-5A58-654C-33BA8EFDF8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539" y="48940"/>
            <a:ext cx="4913948" cy="2063858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040DF671-CCD9-FD81-339D-77785B0CA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066800" y="5606588"/>
            <a:ext cx="235268" cy="738664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0E6D5-2C02-F464-31AD-1FE58573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Get Hub Link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F874C8-ADD4-9A28-3BE8-914FF7D1D349}"/>
              </a:ext>
            </a:extLst>
          </p:cNvPr>
          <p:cNvSpPr txBox="1"/>
          <p:nvPr/>
        </p:nvSpPr>
        <p:spPr>
          <a:xfrm>
            <a:off x="381000" y="2971800"/>
            <a:ext cx="899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https://github.com/tabsheerahmed100506-arch</a:t>
            </a:r>
          </a:p>
        </p:txBody>
      </p:sp>
    </p:spTree>
    <p:extLst>
      <p:ext uri="{BB962C8B-B14F-4D97-AF65-F5344CB8AC3E}">
        <p14:creationId xmlns:p14="http://schemas.microsoft.com/office/powerpoint/2010/main" val="1263843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364</Words>
  <Application>Microsoft Office PowerPoint</Application>
  <PresentationFormat>Widescreen</PresentationFormat>
  <Paragraphs>65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 New Roman</vt:lpstr>
      <vt:lpstr>Trebuchet MS</vt:lpstr>
      <vt:lpstr>Office Theme</vt:lpstr>
      <vt:lpstr>Digital Portfolio  </vt:lpstr>
      <vt:lpstr>AGENDA</vt:lpstr>
      <vt:lpstr>PROJECT TITLE</vt:lpstr>
      <vt:lpstr>Problem Statement </vt:lpstr>
      <vt:lpstr> </vt:lpstr>
      <vt:lpstr>End Users</vt:lpstr>
      <vt:lpstr>Tools and Techniques </vt:lpstr>
      <vt:lpstr>Portfolio Design and Layout</vt:lpstr>
      <vt:lpstr>Features and Functionality</vt:lpstr>
      <vt:lpstr>Results and Screenshots</vt:lpstr>
      <vt:lpstr> </vt:lpstr>
      <vt:lpstr>Get Hub Link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</dc:title>
  <dc:creator>Konduru Narasimha</dc:creator>
  <cp:lastModifiedBy>K TABSHEER AHMED</cp:lastModifiedBy>
  <cp:revision>16</cp:revision>
  <dcterms:created xsi:type="dcterms:W3CDTF">2024-03-21T09:07:22Z</dcterms:created>
  <dcterms:modified xsi:type="dcterms:W3CDTF">2025-09-11T12:05:12Z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  <property fmtid="{D5CDD505-2E9C-101B-9397-08002B2CF9AE}" pid="4" name="ICV">
    <vt:lpwstr>8aebb0d199974782b8b08a60260bc622</vt:lpwstr>
  </property>
</Properties>
</file>